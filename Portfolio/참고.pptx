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CFAD-B1AF-437B-9E5F-33ADE04F5088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6600-DBFB-4010-9803-33E2ED0D73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30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CFAD-B1AF-437B-9E5F-33ADE04F5088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6600-DBFB-4010-9803-33E2ED0D73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42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CFAD-B1AF-437B-9E5F-33ADE04F5088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6600-DBFB-4010-9803-33E2ED0D73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09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CFAD-B1AF-437B-9E5F-33ADE04F5088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6600-DBFB-4010-9803-33E2ED0D73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216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CFAD-B1AF-437B-9E5F-33ADE04F5088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6600-DBFB-4010-9803-33E2ED0D73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723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CFAD-B1AF-437B-9E5F-33ADE04F5088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6600-DBFB-4010-9803-33E2ED0D73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9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CFAD-B1AF-437B-9E5F-33ADE04F5088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6600-DBFB-4010-9803-33E2ED0D73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36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CFAD-B1AF-437B-9E5F-33ADE04F5088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6600-DBFB-4010-9803-33E2ED0D73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37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CFAD-B1AF-437B-9E5F-33ADE04F5088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6600-DBFB-4010-9803-33E2ED0D73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58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CFAD-B1AF-437B-9E5F-33ADE04F5088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6600-DBFB-4010-9803-33E2ED0D73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780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CFAD-B1AF-437B-9E5F-33ADE04F5088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6600-DBFB-4010-9803-33E2ED0D73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62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7CFAD-B1AF-437B-9E5F-33ADE04F5088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C6600-DBFB-4010-9803-33E2ED0D73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930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70787" y="671083"/>
            <a:ext cx="11502604" cy="57611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729942" y="2955115"/>
            <a:ext cx="643612" cy="4081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9900"/>
                </a:solidFill>
              </a:rPr>
              <a:t>I</a:t>
            </a:r>
            <a:r>
              <a:rPr lang="en-US" altLang="ko-KR" sz="1400" b="1" dirty="0" smtClean="0">
                <a:solidFill>
                  <a:srgbClr val="FF9900"/>
                </a:solidFill>
              </a:rPr>
              <a:t>ntro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2440736" y="2955115"/>
            <a:ext cx="757702" cy="4081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9900"/>
                </a:solidFill>
              </a:rPr>
              <a:t>Login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4030425" y="2955115"/>
            <a:ext cx="2219084" cy="4081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400" b="1" dirty="0" smtClean="0"/>
          </a:p>
          <a:p>
            <a:pPr algn="ctr"/>
            <a:r>
              <a:rPr lang="en-US" altLang="ko-KR" sz="1400" b="1" dirty="0">
                <a:solidFill>
                  <a:srgbClr val="FF9900"/>
                </a:solidFill>
              </a:rPr>
              <a:t>Choice</a:t>
            </a:r>
            <a:r>
              <a:rPr lang="en-US" altLang="ko-KR" sz="1400" b="1" dirty="0" smtClean="0"/>
              <a:t> </a:t>
            </a:r>
            <a:r>
              <a:rPr lang="en-US" altLang="ko-KR" sz="1400" b="1" dirty="0" smtClean="0">
                <a:solidFill>
                  <a:srgbClr val="FF9900"/>
                </a:solidFill>
              </a:rPr>
              <a:t>Content(Model)</a:t>
            </a:r>
            <a:endParaRPr lang="en-US" altLang="ko-KR" sz="1400" b="1" dirty="0" smtClean="0"/>
          </a:p>
          <a:p>
            <a:pPr algn="ctr"/>
            <a:endParaRPr lang="en-US" altLang="ko-KR" sz="1400" b="1" dirty="0" smtClean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7283813" y="851593"/>
            <a:ext cx="4273282" cy="4081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9900"/>
                </a:solidFill>
              </a:rPr>
              <a:t>(</a:t>
            </a:r>
            <a:r>
              <a:rPr lang="ko-KR" altLang="en-US" sz="1400" b="1" dirty="0">
                <a:solidFill>
                  <a:srgbClr val="FF9900"/>
                </a:solidFill>
              </a:rPr>
              <a:t>감지</a:t>
            </a:r>
            <a:r>
              <a:rPr lang="en-US" altLang="ko-KR" sz="1400" b="1" dirty="0">
                <a:solidFill>
                  <a:srgbClr val="FF9900"/>
                </a:solidFill>
              </a:rPr>
              <a:t>) Sensor </a:t>
            </a:r>
            <a:r>
              <a:rPr lang="en-US" altLang="ko-KR" sz="1400" b="1" dirty="0">
                <a:solidFill>
                  <a:srgbClr val="FF9900"/>
                </a:solidFill>
              </a:rPr>
              <a:t>Signal Monitoring</a:t>
            </a:r>
            <a:endParaRPr lang="en-US" altLang="ko-KR" sz="1400" b="1" dirty="0">
              <a:solidFill>
                <a:srgbClr val="FF9900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7279142" y="2236319"/>
            <a:ext cx="4273281" cy="4081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400" dirty="0" err="1"/>
          </a:p>
          <a:p>
            <a:pPr algn="ctr"/>
            <a:r>
              <a:rPr lang="en-US" altLang="ko-KR" sz="1400" b="1" dirty="0">
                <a:solidFill>
                  <a:srgbClr val="FF9900"/>
                </a:solidFill>
              </a:rPr>
              <a:t>(</a:t>
            </a:r>
            <a:r>
              <a:rPr lang="ko-KR" altLang="en-US" sz="1400" b="1" dirty="0">
                <a:solidFill>
                  <a:srgbClr val="FF9900"/>
                </a:solidFill>
              </a:rPr>
              <a:t>조치</a:t>
            </a:r>
            <a:r>
              <a:rPr lang="en-US" altLang="ko-KR" sz="1400" b="1" dirty="0">
                <a:solidFill>
                  <a:srgbClr val="FF9900"/>
                </a:solidFill>
              </a:rPr>
              <a:t>) Trouble </a:t>
            </a:r>
            <a:r>
              <a:rPr lang="en-US" altLang="ko-KR" sz="1400" b="1" dirty="0">
                <a:solidFill>
                  <a:srgbClr val="FF9900"/>
                </a:solidFill>
              </a:rPr>
              <a:t>Shooting Guide</a:t>
            </a:r>
          </a:p>
          <a:p>
            <a:pPr algn="ctr"/>
            <a:endParaRPr lang="en-US" altLang="ko-KR" sz="1400" dirty="0" smtClean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7279142" y="3627374"/>
            <a:ext cx="4273281" cy="4081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9900"/>
                </a:solidFill>
              </a:rPr>
              <a:t>(</a:t>
            </a:r>
            <a:r>
              <a:rPr lang="ko-KR" altLang="en-US" sz="1400" b="1" dirty="0">
                <a:solidFill>
                  <a:srgbClr val="FF9900"/>
                </a:solidFill>
              </a:rPr>
              <a:t>시험</a:t>
            </a:r>
            <a:r>
              <a:rPr lang="en-US" altLang="ko-KR" sz="1400" b="1" dirty="0">
                <a:solidFill>
                  <a:srgbClr val="FF9900"/>
                </a:solidFill>
              </a:rPr>
              <a:t>) Performance Test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7279142" y="5002037"/>
            <a:ext cx="4273281" cy="4081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9900"/>
                </a:solidFill>
              </a:rPr>
              <a:t>(</a:t>
            </a:r>
            <a:r>
              <a:rPr lang="ko-KR" altLang="en-US" sz="1400" b="1" dirty="0">
                <a:solidFill>
                  <a:srgbClr val="FF9900"/>
                </a:solidFill>
              </a:rPr>
              <a:t>교육</a:t>
            </a:r>
            <a:r>
              <a:rPr lang="en-US" altLang="ko-KR" sz="1400" b="1" dirty="0">
                <a:solidFill>
                  <a:srgbClr val="FF9900"/>
                </a:solidFill>
              </a:rPr>
              <a:t>) 3D </a:t>
            </a:r>
            <a:r>
              <a:rPr lang="en-US" altLang="ko-KR" sz="1400" b="1" dirty="0" smtClean="0">
                <a:solidFill>
                  <a:srgbClr val="FF9900"/>
                </a:solidFill>
              </a:rPr>
              <a:t>Model </a:t>
            </a:r>
            <a:r>
              <a:rPr lang="en-US" altLang="ko-KR" sz="1400" b="1" dirty="0">
                <a:solidFill>
                  <a:srgbClr val="FF9900"/>
                </a:solidFill>
              </a:rPr>
              <a:t>Viewer</a:t>
            </a:r>
          </a:p>
        </p:txBody>
      </p:sp>
      <p:sp>
        <p:nvSpPr>
          <p:cNvPr id="2" name="오른쪽 화살표 1"/>
          <p:cNvSpPr/>
          <p:nvPr/>
        </p:nvSpPr>
        <p:spPr>
          <a:xfrm>
            <a:off x="1836645" y="3053227"/>
            <a:ext cx="254437" cy="211921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화살표 10"/>
          <p:cNvSpPr/>
          <p:nvPr/>
        </p:nvSpPr>
        <p:spPr>
          <a:xfrm>
            <a:off x="3610511" y="3053227"/>
            <a:ext cx="254437" cy="211921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270786" y="671083"/>
            <a:ext cx="1644351" cy="45916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/>
              <a:t>프로젝트 구성</a:t>
            </a:r>
            <a:endParaRPr lang="ko-KR" altLang="en-US" sz="1600" b="1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12" y="3461607"/>
            <a:ext cx="1296000" cy="692347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/>
        </p:nvSpPr>
        <p:spPr>
          <a:xfrm>
            <a:off x="2142757" y="4214876"/>
            <a:ext cx="1385335" cy="37675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로그인</a:t>
            </a:r>
            <a:r>
              <a:rPr lang="en-US" altLang="ko-KR" sz="800" dirty="0"/>
              <a:t> </a:t>
            </a:r>
            <a:r>
              <a:rPr lang="ko-KR" altLang="en-US" sz="800" dirty="0" smtClean="0"/>
              <a:t>및</a:t>
            </a:r>
            <a:r>
              <a:rPr lang="en-US" altLang="ko-KR" sz="800" dirty="0" smtClean="0"/>
              <a:t> </a:t>
            </a:r>
            <a:r>
              <a:rPr lang="ko-KR" altLang="en-US" sz="800" dirty="0" smtClean="0"/>
              <a:t>각종 옵션 설정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 smtClean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850" y="3461607"/>
            <a:ext cx="1271300" cy="694862"/>
          </a:xfrm>
          <a:prstGeom prst="rect">
            <a:avLst/>
          </a:prstGeom>
        </p:spPr>
      </p:pic>
      <p:sp>
        <p:nvSpPr>
          <p:cNvPr id="21" name="모서리가 둥근 직사각형 20"/>
          <p:cNvSpPr/>
          <p:nvPr/>
        </p:nvSpPr>
        <p:spPr>
          <a:xfrm>
            <a:off x="435612" y="4161808"/>
            <a:ext cx="1385335" cy="37675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인트로</a:t>
            </a:r>
            <a:r>
              <a:rPr lang="ko-KR" altLang="en-US" sz="800" dirty="0" smtClean="0"/>
              <a:t> 화면</a:t>
            </a:r>
            <a:endParaRPr lang="en-US" altLang="ko-KR" sz="800" dirty="0" smtClean="0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827" y="3461607"/>
            <a:ext cx="1247219" cy="6840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0671" y="3461607"/>
            <a:ext cx="1216840" cy="68400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2879" y="1325885"/>
            <a:ext cx="1222681" cy="6840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7990" y="1325885"/>
            <a:ext cx="1210915" cy="68400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7488" y="2730846"/>
            <a:ext cx="1208072" cy="68400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3712" y="2730009"/>
            <a:ext cx="1225967" cy="68400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7350" y="4125089"/>
            <a:ext cx="1222048" cy="68400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93712" y="4125089"/>
            <a:ext cx="1228194" cy="68400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87350" y="5502670"/>
            <a:ext cx="1226678" cy="684000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93712" y="5502670"/>
            <a:ext cx="1212442" cy="684000"/>
          </a:xfrm>
          <a:prstGeom prst="rect">
            <a:avLst/>
          </a:prstGeom>
        </p:spPr>
      </p:pic>
      <p:sp>
        <p:nvSpPr>
          <p:cNvPr id="35" name="오른쪽 화살표 34"/>
          <p:cNvSpPr/>
          <p:nvPr/>
        </p:nvSpPr>
        <p:spPr>
          <a:xfrm>
            <a:off x="6836412" y="914400"/>
            <a:ext cx="344985" cy="211921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 rot="5400000">
            <a:off x="4627069" y="3045515"/>
            <a:ext cx="4289439" cy="12924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오른쪽 화살표 36"/>
          <p:cNvSpPr/>
          <p:nvPr/>
        </p:nvSpPr>
        <p:spPr>
          <a:xfrm>
            <a:off x="6836527" y="5094499"/>
            <a:ext cx="336535" cy="211921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오른쪽 화살표 37"/>
          <p:cNvSpPr/>
          <p:nvPr/>
        </p:nvSpPr>
        <p:spPr>
          <a:xfrm>
            <a:off x="6836413" y="2334431"/>
            <a:ext cx="336535" cy="211921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오른쪽 화살표 38"/>
          <p:cNvSpPr/>
          <p:nvPr/>
        </p:nvSpPr>
        <p:spPr>
          <a:xfrm>
            <a:off x="6836412" y="3725486"/>
            <a:ext cx="336535" cy="211921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 rot="10800000">
            <a:off x="6387702" y="3775334"/>
            <a:ext cx="319348" cy="10988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3692916" y="4214876"/>
            <a:ext cx="2876636" cy="37675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카테고리 별로 원하는 모델을 선택한 후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컨텐츠 진입 가능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 smtClean="0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9919679" y="1345283"/>
            <a:ext cx="1568276" cy="664602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 smtClean="0"/>
              <a:t>장비와 모바일 통신으로 실시간 장비 상태 모니터링</a:t>
            </a:r>
            <a:endParaRPr lang="en-US" altLang="ko-KR" sz="1000" dirty="0" smtClean="0"/>
          </a:p>
        </p:txBody>
      </p:sp>
      <p:sp>
        <p:nvSpPr>
          <p:cNvPr id="44" name="모서리가 둥근 직사각형 43"/>
          <p:cNvSpPr/>
          <p:nvPr/>
        </p:nvSpPr>
        <p:spPr>
          <a:xfrm>
            <a:off x="9887483" y="2761976"/>
            <a:ext cx="1802951" cy="664602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 smtClean="0"/>
              <a:t>장비 고장 발생 시</a:t>
            </a:r>
            <a:r>
              <a:rPr lang="en-US" altLang="ko-KR" sz="1000" dirty="0" smtClean="0"/>
              <a:t>, 3D AR</a:t>
            </a:r>
            <a:r>
              <a:rPr lang="ko-KR" altLang="en-US" sz="1000" dirty="0" smtClean="0"/>
              <a:t>로 관련 고장 부위 표시 및 조치 방법 안내</a:t>
            </a:r>
            <a:endParaRPr lang="en-US" altLang="ko-KR" sz="1000" dirty="0" smtClean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9923975" y="4135095"/>
            <a:ext cx="1621129" cy="664602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 smtClean="0"/>
              <a:t>3D AR </a:t>
            </a:r>
            <a:r>
              <a:rPr lang="ko-KR" altLang="en-US" sz="1000" dirty="0" smtClean="0"/>
              <a:t>기반 장비 성능 시험 </a:t>
            </a:r>
            <a:r>
              <a:rPr lang="en-US" altLang="ko-KR" sz="1000" dirty="0" smtClean="0"/>
              <a:t>AR </a:t>
            </a:r>
            <a:r>
              <a:rPr lang="ko-KR" altLang="en-US" sz="1000" dirty="0" smtClean="0"/>
              <a:t>가이드 및 측정 툴 제공</a:t>
            </a:r>
            <a:endParaRPr lang="en-US" altLang="ko-KR" sz="1000" dirty="0" smtClean="0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9923327" y="5511942"/>
            <a:ext cx="1706295" cy="664602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 smtClean="0"/>
              <a:t>3D </a:t>
            </a:r>
            <a:r>
              <a:rPr lang="ko-KR" altLang="en-US" sz="1000" dirty="0" smtClean="0"/>
              <a:t>장비의 구조를 살펴보며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유압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전장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엔진 단위의 컴포넌트 별 상세내용 확인</a:t>
            </a:r>
            <a:endParaRPr lang="en-US" altLang="ko-KR" sz="1000" dirty="0" smtClean="0"/>
          </a:p>
        </p:txBody>
      </p:sp>
    </p:spTree>
    <p:extLst>
      <p:ext uri="{BB962C8B-B14F-4D97-AF65-F5344CB8AC3E}">
        <p14:creationId xmlns:p14="http://schemas.microsoft.com/office/powerpoint/2010/main" val="95831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97</Words>
  <Application>Microsoft Office PowerPoint</Application>
  <PresentationFormat>와이드스크린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</dc:creator>
  <cp:lastModifiedBy>Kim</cp:lastModifiedBy>
  <cp:revision>86</cp:revision>
  <dcterms:created xsi:type="dcterms:W3CDTF">2025-03-14T01:09:17Z</dcterms:created>
  <dcterms:modified xsi:type="dcterms:W3CDTF">2025-03-16T10:43:04Z</dcterms:modified>
</cp:coreProperties>
</file>